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WineLedger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living digital twin of the wine supply chain — Phases A–C (Cardano route)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Supply-chain stories are hard to verify after the fact</a:t>
            </a:r>
          </a:p>
          <a:p>
            <a:pPr>
              <a:defRPr sz="2200"/>
            </a:pPr>
            <a:r>
              <a:t>Data is siloed; partners/auditors lack a shared, timestamped view</a:t>
            </a:r>
          </a:p>
          <a:p>
            <a:pPr>
              <a:defRPr sz="2200"/>
            </a:pPr>
            <a:r>
              <a:t>Most systems show spreadsheets — not a story people can 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921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/>
            </a:pPr>
            <a:r>
              <a:t>WineLedger turns provenance into an append-only event story + real-time generative visuals.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 (Phase A — complete)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FastAPI backend with a persistent, hash-linked event chain (JSON on disk)</a:t>
            </a:r>
          </a:p>
          <a:p>
            <a:pPr>
              <a:defRPr sz="2200"/>
            </a:pPr>
            <a:r>
              <a:t>WebSockets stream new blocks live to clients</a:t>
            </a:r>
          </a:p>
          <a:p>
            <a:pPr>
              <a:defRPr sz="2200"/>
            </a:pPr>
            <a:r>
              <a:t>Vite + p5.js generative canvas + education page (harvest → retail)</a:t>
            </a:r>
          </a:p>
          <a:p>
            <a:pPr>
              <a:defRPr sz="2200"/>
            </a:pPr>
            <a:r>
              <a:t>Optional geo enrichment via pluggable cache (SQLite)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B — production + Cardano anchoring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Deploy WineLedger in a private cloud environment (AWS VPC + TLS + ops hardening)</a:t>
            </a:r>
          </a:p>
          <a:p>
            <a:pPr>
              <a:defRPr sz="2200"/>
            </a:pPr>
            <a:r>
              <a:t>Durable exports/snapshots in object storage (S3-class) with content hashes</a:t>
            </a:r>
          </a:p>
          <a:p>
            <a:pPr>
              <a:defRPr sz="2200"/>
            </a:pPr>
            <a:r>
              <a:t>Cardano tx builder + submitter (isolated signer) posts verifiable anchors</a:t>
            </a:r>
          </a:p>
          <a:p>
            <a:pPr>
              <a:defRPr sz="2200"/>
            </a:pPr>
            <a:r>
              <a:t>Public verification via explorers/wallet tooling (no proprietary verifier required)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921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/>
            </a:pPr>
            <a:r>
              <a:t>Goal: integrity is independently checkable, not just “inside our server.”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C — culture layer (media + NFTs + installations)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A.I.-assisted imagery and campaign media derived from real milestones</a:t>
            </a:r>
          </a:p>
          <a:p>
            <a:pPr>
              <a:defRPr sz="2200"/>
            </a:pPr>
            <a:r>
              <a:t>Cardano-native NFT drops using CIP-25 metadata + time-locked policies</a:t>
            </a:r>
          </a:p>
          <a:p>
            <a:pPr>
              <a:defRPr sz="2200"/>
            </a:pPr>
            <a:r>
              <a:t>Long-form generative video for tasting rooms/retail screens</a:t>
            </a:r>
          </a:p>
          <a:p>
            <a:pPr>
              <a:defRPr sz="2200"/>
            </a:pPr>
            <a:r>
              <a:t>Everything still points back to verifiable snapshots and the core ledger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Cardano strategy (two routes)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Route A: NFTs without smart contracts (native scripts + CIP-25 / label 721)</a:t>
            </a:r>
          </a:p>
          <a:p>
            <a:pPr>
              <a:defRPr sz="2200"/>
            </a:pPr>
            <a:r>
              <a:t>Route B: long-lived identity using CIP-68 (reference + updatable state)</a:t>
            </a:r>
          </a:p>
          <a:p>
            <a:pPr>
              <a:defRPr sz="2200"/>
            </a:pPr>
            <a:r>
              <a:t>Hydra heads optionally handle high-frequency updates; settle to L1 at milestones</a:t>
            </a:r>
          </a:p>
          <a:p>
            <a:pPr>
              <a:defRPr sz="2200"/>
            </a:pPr>
            <a:r>
              <a:t>Standards-first approach for interoperability and lower operational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fits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WineLedger API remains the source of truth for detailed events</a:t>
            </a:r>
          </a:p>
          <a:p>
            <a:pPr>
              <a:defRPr sz="2200"/>
            </a:pPr>
            <a:r>
              <a:t>Exports/snapshots are hashed and stored durably</a:t>
            </a:r>
          </a:p>
          <a:p>
            <a:pPr>
              <a:defRPr sz="2200"/>
            </a:pPr>
            <a:r>
              <a:t>Cardano anchors provide timestamped public commitments to those hashes</a:t>
            </a:r>
          </a:p>
          <a:p>
            <a:pPr>
              <a:defRPr sz="2200"/>
            </a:pPr>
            <a:r>
              <a:t>Visual layer turns each event into motion/color/rhythm in real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(what stakeholders see)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 a simulated journey: harvest → fermentation → aging → bottling → transport → retail</a:t>
            </a:r>
          </a:p>
          <a:p>
            <a:pPr>
              <a:defRPr sz="2200"/>
            </a:pPr>
            <a:r>
              <a:t>Watch blocks stream live and the canvas evolve with each event</a:t>
            </a:r>
          </a:p>
          <a:p>
            <a:pPr>
              <a:defRPr sz="2200"/>
            </a:pPr>
            <a:r>
              <a:t>Show an exported snapshot + its hash</a:t>
            </a:r>
          </a:p>
          <a:p>
            <a:pPr>
              <a:defRPr sz="2200"/>
            </a:pPr>
            <a:r>
              <a:t>Point to the Cardano anchor proving when that snapshot existed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Finalize Cardano network + operational custody model (testnet → mainnet)</a:t>
            </a:r>
          </a:p>
          <a:p>
            <a:pPr>
              <a:defRPr sz="2200"/>
            </a:pPr>
            <a:r>
              <a:t>Stand up tx-builder sidecar + monitoring; begin milestone anchoring</a:t>
            </a:r>
          </a:p>
          <a:p>
            <a:pPr>
              <a:defRPr sz="2200"/>
            </a:pPr>
            <a:r>
              <a:t>Prepare first CIP-25 collection drop tied to a real release/campaign</a:t>
            </a:r>
          </a:p>
          <a:p>
            <a:pPr>
              <a:defRPr sz="2200"/>
            </a:pPr>
            <a:r>
              <a:t>Pilot with one partner route; expand to broader 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921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/>
            </a:pPr>
            <a:r>
              <a:t>Deliverable: a working product + a verifiable public provenance layer + a compelling visual narrative.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